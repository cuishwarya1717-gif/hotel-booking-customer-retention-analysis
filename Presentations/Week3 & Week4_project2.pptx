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53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29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25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398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7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07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8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6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8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7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6136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63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8360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30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58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0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8AD90-9049-45EB-93DF-E3D1B264934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033E4E3-125A-4B49-A1FA-321B37F57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7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52988-71EA-ECFA-C536-25E10B48C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5947"/>
            <a:ext cx="9144000" cy="151401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Hotel Booking Customer Retention &amp; Dynamic Pricing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D2A245-CE94-035D-76C6-F655A9D36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0117" y="3961301"/>
            <a:ext cx="8915399" cy="2272351"/>
          </a:xfrm>
        </p:spPr>
        <p:txBody>
          <a:bodyPr>
            <a:normAutofit fontScale="40000" lnSpcReduction="20000"/>
          </a:bodyPr>
          <a:lstStyle/>
          <a:p>
            <a:pPr algn="ctr"/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Project Review</a:t>
            </a:r>
          </a:p>
          <a:p>
            <a:pPr algn="r"/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  <a:endParaRPr lang="en-US" sz="6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Ishwarya </a:t>
            </a:r>
          </a:p>
          <a:p>
            <a:pPr algn="r"/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B.Sc. Information Technology </a:t>
            </a:r>
          </a:p>
          <a:p>
            <a:pPr algn="r"/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Analytics Intern – Infotact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97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132A-3061-EF79-A807-3BFA91D50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2F299-04E7-7F47-93C5-A70DE8A8F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Hotels face significant challenges due to booking cancellations, fluctuating room prices, and changing customer booking behavior, which directly impact revenue and occupancy.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hotel booking trends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cancellation patterns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customer behavior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booking cancellations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an interactive Power BI dashboard for business decision-making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23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A810-7555-5501-30A9-8EC8A3E34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68D34-0CA0-AB33-A680-3BCD82CA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56852"/>
            <a:ext cx="8915400" cy="533891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Booking Cancellation Prediction</a:t>
            </a:r>
          </a:p>
          <a:p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Type</a:t>
            </a:r>
          </a:p>
          <a:p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 Classification</a:t>
            </a:r>
          </a:p>
          <a:p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Variable</a:t>
            </a:r>
          </a:p>
          <a:p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is_canceled</a:t>
            </a:r>
          </a:p>
          <a:p>
            <a:r>
              <a:rPr lang="en-US" sz="2000" b="1" dirty="0"/>
              <a:t>Target Variable (Y)</a:t>
            </a:r>
          </a:p>
          <a:p>
            <a:r>
              <a:rPr lang="en-US" sz="2000" b="1" dirty="0"/>
              <a:t>is_canceled</a:t>
            </a:r>
            <a:endParaRPr lang="en-US" sz="2000" dirty="0"/>
          </a:p>
          <a:p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→ Booking Not Cancelled </a:t>
            </a:r>
          </a:p>
          <a:p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→ Booking Cancelled </a:t>
            </a:r>
          </a:p>
          <a:p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 Used</a:t>
            </a:r>
          </a:p>
          <a:p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</a:p>
          <a:p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Logistic Regression?</a:t>
            </a:r>
          </a:p>
          <a:p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and interpretable </a:t>
            </a:r>
          </a:p>
          <a:p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Suitable for binary outcomes </a:t>
            </a:r>
          </a:p>
          <a:p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 baseline classification model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422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A042-8C2D-467B-3BBB-DD17A3C8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3916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38D45-25A8-98AD-62E1-9B333CA88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96181"/>
            <a:ext cx="8915400" cy="5260257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Performance</a:t>
            </a:r>
          </a:p>
          <a:p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Metrics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Matrix and Target Variable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One-Hot Encoding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Train-Test Split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 Model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Precision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 Score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Confusion Matrix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 Curve &amp; AUC Score</a:t>
            </a:r>
          </a:p>
          <a:p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Benefit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model helps hotels identify bookings with a higher probability of cancellation, enabling proactive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113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691F-3CC6-0FCE-9CFA-4A01AF4CC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A899F-532E-0ABF-C3FB-4BEB23822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533832"/>
            <a:ext cx="9504465" cy="5324168"/>
          </a:xfrm>
        </p:spPr>
        <p:txBody>
          <a:bodyPr/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Dashboard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Features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KPI Cards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Filters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Visualizations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Analysis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Cancellation Analysis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Insights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745DDC-9DDF-5BD2-0D92-E7DD68AC1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137" y="1639528"/>
            <a:ext cx="6223385" cy="48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17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13C69-8087-C37B-249F-D3A1061D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0B39B-2820-DBEF-F602-7DE4F9066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KPI Dashboard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includes the following KPIs: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Bookings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Daily Rate (ADR)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Guests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Cancellation Rate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KPIs provide a quick overview of hotel business performance.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474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E100C-8FE1-DC08-ED7F-F816DFAC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90058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F4612-61DC-E1DF-46BA-B6771D9F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02658"/>
            <a:ext cx="8915400" cy="4778478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 Analysis</a:t>
            </a:r>
          </a:p>
          <a:p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Includes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Booking Trend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Booking Distribution by Hotel Type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ADR by Customer Type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Contribution by Market Segment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Booking Distribution by Lead Time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Cancellation Distribution by Hotel Type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Cancellation Rate by Market Segment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slicers allow dynamic filtering by: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Hotel Type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Type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 Segment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826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5EF11-1523-2517-C2D4-D5A9DAF5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22944-61B6-45DF-7AB2-B76028D0F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 Hotels receive higher booking volumes than Resort Hotels.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Travel Agencies contribute significantly to hotel revenue.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 Time influences customer booking behavior.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types show different ADR patterns.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Cancellation rates vary across market segments.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515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B7DAA-073E-6DDB-0583-013F58B3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B965-22A8-E8B4-6867-DD85BFCA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customer retention through loyalty programs.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pricing strategies using ADR analysis.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cancellations with better booking policies.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marketing efforts on high-value market segments.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booking trends for demand forecasting and resource planning.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789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C731AE-C88D-3707-23A2-07BC5AD35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85025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</TotalTime>
  <Words>376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Wingdings</vt:lpstr>
      <vt:lpstr>Wingdings 3</vt:lpstr>
      <vt:lpstr>Wisp</vt:lpstr>
      <vt:lpstr>Hotel Booking Customer Retention &amp; Dynamic Pricing Analysis</vt:lpstr>
      <vt:lpstr>Project Overview</vt:lpstr>
      <vt:lpstr>Predictive Modeling</vt:lpstr>
      <vt:lpstr>Model Evaluation</vt:lpstr>
      <vt:lpstr>Power BI Dashboard</vt:lpstr>
      <vt:lpstr>Executive KPIs</vt:lpstr>
      <vt:lpstr>Dashboard Visualizations</vt:lpstr>
      <vt:lpstr>Key Business Insights</vt:lpstr>
      <vt:lpstr>Business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c</dc:creator>
  <cp:lastModifiedBy>Sachin c</cp:lastModifiedBy>
  <cp:revision>2</cp:revision>
  <dcterms:created xsi:type="dcterms:W3CDTF">2026-07-17T10:10:03Z</dcterms:created>
  <dcterms:modified xsi:type="dcterms:W3CDTF">2026-07-17T10:46:38Z</dcterms:modified>
</cp:coreProperties>
</file>