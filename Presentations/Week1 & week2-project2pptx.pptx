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76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5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4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5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51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0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69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8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7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69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63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72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5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29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78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09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6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804FCB3-1021-4AF3-96E0-D932172C17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B04AC89-A3FA-46C3-A0CA-03550C23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33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05BA-BC03-89F6-B7B7-AAA4E6020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2857" y="1307691"/>
            <a:ext cx="8676222" cy="180422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Hotel Booking Customer Retention and Dynamic Pricing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C4255-14E9-C34A-D571-9D3C88F75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539613"/>
            <a:ext cx="8676222" cy="2939845"/>
          </a:xfrm>
        </p:spPr>
        <p:txBody>
          <a:bodyPr>
            <a:normAutofit/>
          </a:bodyPr>
          <a:lstStyle/>
          <a:p>
            <a:pPr algn="r"/>
            <a:r>
              <a:rPr 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  <a: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Ishwarya A</a:t>
            </a:r>
            <a:br>
              <a:rPr lang="en-US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Analyst Intern – Infotact Solutions</a:t>
            </a:r>
            <a:endParaRPr lang="en-US" sz="2000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  <a:b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| SQL | Power BI | GitHub</a:t>
            </a:r>
          </a:p>
          <a:p>
            <a:pPr algn="r"/>
            <a:r>
              <a:rPr 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Period:</a:t>
            </a:r>
            <a: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1 &amp; Week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316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7FB8-C28F-DB60-0307-02B2C605D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3071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B8324-AFB0-3603-9B20-DEF44D6C2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543666"/>
            <a:ext cx="9905998" cy="502428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Hotels face revenue loss due to: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High booking cancellation rates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Inefficient pricing strategies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Lack of customer behavior insights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Analyze booking behavior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Identify cancellation drivers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Understand pricing patterns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Improve customer retention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Support dynamic pricing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810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5083-E09B-6DF9-3613-06A11A135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94" y="294967"/>
            <a:ext cx="9905998" cy="62926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E0620-8487-E43F-FDFE-EB82CD5B8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993059"/>
            <a:ext cx="9905998" cy="5255342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1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Information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Hotel Booking Demand Dataset 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Total Records: 84,889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Hotel Types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City Hotel </a:t>
            </a:r>
          </a:p>
          <a:p>
            <a:pPr lvl="1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Resort Hotel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1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Variables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ADR (Average Daily Rate) 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Lead Time 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Market Segment 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Reservation Status 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Special Requests 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Parking Spaces 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Customer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772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9669B-E07C-8F43-92E2-23DD20F64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37535"/>
            <a:ext cx="9905998" cy="90456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3FA8E-2E76-9DE4-B2AA-A7421CB5C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066800"/>
            <a:ext cx="9905998" cy="570762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Business Problem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Statistical Testing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SQL Analysis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Power BI Dashboard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44546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08D7C-F88A-B496-CB08-0CF4DC76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8" y="127820"/>
            <a:ext cx="9905998" cy="77674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Week 1 –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44710-77CD-D475-6448-A8DD54CDF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993058"/>
            <a:ext cx="9905998" cy="573712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 Activities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Missing Value Handling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Identified null values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Treated missing records appropriately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Duplicate Removal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Removed duplicate booking entries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Consistency Check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Validated numerical and categorical variables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Outlier Detection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IQR Method on ADR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Prepared a clean dataset suitable for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911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BA787-3DF4-254C-D0AE-AB86BFF1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29" y="142568"/>
            <a:ext cx="9905998" cy="68334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Week 1 –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E8E0A-1CAF-3BAF-3332-83FA0B50F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963562"/>
            <a:ext cx="9905998" cy="5545394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Feature Engineering?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Raw data does not always provide direct business insights.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Created new business-oriented features: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Stay Nights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Arrival Nights + Weekend Nights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Measure customer stay duration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Guests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Adults + Children + Babies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Analyze occupancy trends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Revenue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ADR × Total Stay Nights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Estimate booking revenue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516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A156-8F36-8AF6-E340-B8AAEE38A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06477"/>
            <a:ext cx="9905998" cy="83574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Week 2 – 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19624-DFFA-D492-AB2F-35264767F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130711"/>
            <a:ext cx="9905998" cy="552081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 Objectives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Understand booking behavior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Identify cancellation patterns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Analyze pricing trends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Discover business insights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Analyses Performed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Hotel Type Distribution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Cancellation Analysis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Lead Time Analysis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Monthly Booking Trends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ADR Analysis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Market Segment Analysis 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Correlation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24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CC06-0372-4175-A528-BA291F96A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75303"/>
            <a:ext cx="9905998" cy="92423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FAC28-E392-CE37-95E0-B24F2F873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307691"/>
            <a:ext cx="9905998" cy="53487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Hotel &amp; Cancellation Analysis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City Hotels received more bookings.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City Hotels showed higher cancellation rates.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 Time Analysis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booking earlier were more likely to cancel.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ADR Analysis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Higher ADR bookings had higher cancellation tendency.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Segment Analysis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Online Travel Agency was the largest booking source.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Analysis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Lead Time and ADR positively influenced cancellations.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501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99A99-623B-1F82-40EE-96D234F40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04801"/>
            <a:ext cx="9905998" cy="973394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Project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9932-8FEA-15C0-B46A-572DF230D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78194"/>
            <a:ext cx="9905998" cy="36281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✅ Data Cleaning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✅ Feature Engineering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✅ EDA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✅ GitHub Documentation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✅ README Documentation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743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7FF53-F817-3028-5653-C439C80D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85136"/>
            <a:ext cx="9905998" cy="943897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Conclusion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858C8-1ED3-FA2F-30CC-C19E7739A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45343"/>
            <a:ext cx="9905998" cy="434585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Learnings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cleaning improves data quality.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Feature engineering creates useful business metrics.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Lead Time and ADR are important cancellation indicators.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 Steps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Analysis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Power BI Dashboard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 Retention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363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PT - Supercharge Your WHMCS: The Power of Modules PowerPoint ...">
            <a:extLst>
              <a:ext uri="{FF2B5EF4-FFF2-40B4-BE49-F238E27FC236}">
                <a16:creationId xmlns:a16="http://schemas.microsoft.com/office/drawing/2014/main" id="{08B84902-64BA-9E94-9D5E-8721F71B1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229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42</TotalTime>
  <Words>434</Words>
  <Application>Microsoft Office PowerPoint</Application>
  <PresentationFormat>Widescreen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</vt:lpstr>
      <vt:lpstr>Mesh</vt:lpstr>
      <vt:lpstr>Hotel Booking Customer Retention and Dynamic Pricing Analysis</vt:lpstr>
      <vt:lpstr>Project Overview</vt:lpstr>
      <vt:lpstr>Dataset Overview</vt:lpstr>
      <vt:lpstr>Project Workflow</vt:lpstr>
      <vt:lpstr>Week 1 – Data Cleaning</vt:lpstr>
      <vt:lpstr>Week 1 – Feature Engineering</vt:lpstr>
      <vt:lpstr>Week 2 – Exploratory Data Analysis</vt:lpstr>
      <vt:lpstr>Key Findings</vt:lpstr>
      <vt:lpstr>Project Progress</vt:lpstr>
      <vt:lpstr>Conclusion &amp;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c</dc:creator>
  <cp:lastModifiedBy>Sachin c</cp:lastModifiedBy>
  <cp:revision>1</cp:revision>
  <dcterms:created xsi:type="dcterms:W3CDTF">2026-06-25T11:04:28Z</dcterms:created>
  <dcterms:modified xsi:type="dcterms:W3CDTF">2026-06-25T11:46:56Z</dcterms:modified>
</cp:coreProperties>
</file>